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73952" cy="522122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3952" cy="52212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